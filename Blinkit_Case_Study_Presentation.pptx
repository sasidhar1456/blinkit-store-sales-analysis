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Blinkit Sales &amp; Operations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 Study | Data-Driven Storytelling using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Blinkit</a:t>
            </a:r>
            <a:r>
              <a:rPr dirty="0"/>
              <a:t> operates in a fast-paced quick commerce environment.</a:t>
            </a:r>
          </a:p>
          <a:p>
            <a:endParaRPr dirty="0"/>
          </a:p>
          <a:p>
            <a:r>
              <a:rPr dirty="0"/>
              <a:t>Key challenges include uneven sales distribution, fluctuating demand, unclear category performance, and limited visibility into operational inefficiencies.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Understand overall sales and order trends</a:t>
            </a:r>
            <a:endParaRPr lang="en-IN" dirty="0"/>
          </a:p>
          <a:p>
            <a:r>
              <a:rPr lang="en-IN" dirty="0"/>
              <a:t>Understand the business based on Fat Percentage</a:t>
            </a:r>
            <a:endParaRPr dirty="0"/>
          </a:p>
          <a:p>
            <a:r>
              <a:rPr dirty="0"/>
              <a:t>Identify high and low performing categories</a:t>
            </a:r>
          </a:p>
          <a:p>
            <a:r>
              <a:rPr dirty="0"/>
              <a:t>Analyze outlet </a:t>
            </a:r>
            <a:r>
              <a:rPr lang="en-IN" dirty="0"/>
              <a:t>Type </a:t>
            </a:r>
            <a:r>
              <a:rPr dirty="0"/>
              <a:t>performance</a:t>
            </a:r>
            <a:endParaRPr lang="en-IN" dirty="0"/>
          </a:p>
          <a:p>
            <a:r>
              <a:rPr lang="en-IN" dirty="0" err="1"/>
              <a:t>Analyze</a:t>
            </a:r>
            <a:r>
              <a:rPr lang="en-IN" dirty="0"/>
              <a:t> outlet location based performance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Sales</a:t>
            </a:r>
            <a:endParaRPr lang="en-IN" dirty="0"/>
          </a:p>
          <a:p>
            <a:r>
              <a:rPr lang="en-IN" dirty="0" err="1"/>
              <a:t>Avg</a:t>
            </a:r>
            <a:r>
              <a:rPr lang="en-IN" dirty="0"/>
              <a:t> Sales</a:t>
            </a:r>
          </a:p>
          <a:p>
            <a:r>
              <a:rPr lang="en-IN" dirty="0"/>
              <a:t>No of Items</a:t>
            </a:r>
          </a:p>
          <a:p>
            <a:r>
              <a:rPr lang="en-IN" dirty="0" err="1"/>
              <a:t>Avg</a:t>
            </a:r>
            <a:r>
              <a:rPr lang="en-IN" dirty="0"/>
              <a:t> Rating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628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Low Fat content products have high Sales compared to Regular Fat content</a:t>
            </a:r>
          </a:p>
          <a:p>
            <a:r>
              <a:rPr lang="en-IN" dirty="0"/>
              <a:t>High Performance for Fruits and Vegetables and Low Performance for Sea Foods</a:t>
            </a:r>
          </a:p>
          <a:p>
            <a:r>
              <a:rPr dirty="0"/>
              <a:t>Performance varies significantly by outlet location</a:t>
            </a:r>
            <a:r>
              <a:rPr lang="en-IN" dirty="0"/>
              <a:t> (Tier 3 has high performance)</a:t>
            </a:r>
          </a:p>
          <a:p>
            <a:r>
              <a:rPr lang="en-IN" dirty="0"/>
              <a:t>Supermarket type 1 has high sales and Type 3 has low</a:t>
            </a:r>
          </a:p>
          <a:p>
            <a:r>
              <a:rPr lang="en-IN" dirty="0"/>
              <a:t>Medium Size </a:t>
            </a:r>
            <a:r>
              <a:rPr lang="en-IN" dirty="0" err="1"/>
              <a:t>outelet</a:t>
            </a:r>
            <a:r>
              <a:rPr lang="en-IN" dirty="0"/>
              <a:t> has high Sales and High Size has low sales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– Quick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Increase visibility and availability of </a:t>
            </a:r>
            <a:r>
              <a:rPr lang="en-US" b="1" dirty="0"/>
              <a:t>low-fat products</a:t>
            </a:r>
            <a:r>
              <a:rPr lang="en-US" dirty="0"/>
              <a:t> to capitalize on higher demand</a:t>
            </a:r>
          </a:p>
          <a:p>
            <a:r>
              <a:rPr lang="en-US" dirty="0"/>
              <a:t>Focus inventory and promotions on </a:t>
            </a:r>
            <a:r>
              <a:rPr lang="en-US" b="1" dirty="0"/>
              <a:t>Fruits &amp; Vegetables</a:t>
            </a:r>
            <a:r>
              <a:rPr lang="en-US" dirty="0"/>
              <a:t>, the highest-performing category</a:t>
            </a:r>
          </a:p>
          <a:p>
            <a:r>
              <a:rPr lang="en-US" dirty="0"/>
              <a:t>Replicate successful demand and pricing strategies from </a:t>
            </a:r>
            <a:r>
              <a:rPr lang="en-US" b="1" dirty="0"/>
              <a:t>Tier 3 outlets</a:t>
            </a:r>
            <a:endParaRPr lang="en-US" dirty="0"/>
          </a:p>
          <a:p>
            <a:r>
              <a:rPr lang="en-US" dirty="0"/>
              <a:t>Prioritize </a:t>
            </a:r>
            <a:r>
              <a:rPr lang="en-US" b="1" dirty="0"/>
              <a:t>Supermarket Type 1</a:t>
            </a:r>
            <a:r>
              <a:rPr lang="en-US" dirty="0"/>
              <a:t> outlets for high-value SKUs and campaigns</a:t>
            </a:r>
          </a:p>
          <a:p>
            <a:r>
              <a:rPr lang="en-US" dirty="0"/>
              <a:t>Use </a:t>
            </a:r>
            <a:r>
              <a:rPr lang="en-US" b="1" dirty="0"/>
              <a:t>medium-size outlets</a:t>
            </a:r>
            <a:r>
              <a:rPr lang="en-US" dirty="0"/>
              <a:t> as the benchmark operating model</a:t>
            </a:r>
          </a:p>
          <a:p>
            <a:r>
              <a:rPr lang="en-US" dirty="0"/>
              <a:t>Reduce stock-outs by improving availability of </a:t>
            </a:r>
            <a:r>
              <a:rPr lang="en-US" b="1" dirty="0"/>
              <a:t>top-selling Products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– Long-Term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Develop a </a:t>
            </a:r>
            <a:r>
              <a:rPr lang="en-US" b="1" dirty="0"/>
              <a:t>health-focused product strategy</a:t>
            </a:r>
            <a:r>
              <a:rPr lang="en-US" dirty="0"/>
              <a:t> centered on low-fat and wellness categories</a:t>
            </a:r>
          </a:p>
          <a:p>
            <a:r>
              <a:rPr lang="en-US" dirty="0"/>
              <a:t>Rationalize underperforming categories such as </a:t>
            </a:r>
            <a:r>
              <a:rPr lang="en-US" b="1" dirty="0"/>
              <a:t>Sea Foods</a:t>
            </a:r>
            <a:r>
              <a:rPr lang="en-US" dirty="0"/>
              <a:t> to improve profitability</a:t>
            </a:r>
          </a:p>
          <a:p>
            <a:r>
              <a:rPr lang="en-US" dirty="0"/>
              <a:t>Adopt a </a:t>
            </a:r>
            <a:r>
              <a:rPr lang="en-US" b="1" dirty="0"/>
              <a:t>Tier-3-first expansion strategy</a:t>
            </a:r>
            <a:r>
              <a:rPr lang="en-US" dirty="0"/>
              <a:t> for future outlet growth</a:t>
            </a:r>
          </a:p>
          <a:p>
            <a:r>
              <a:rPr lang="en-US" dirty="0"/>
              <a:t>Standardize </a:t>
            </a:r>
            <a:r>
              <a:rPr lang="en-US" b="1" dirty="0"/>
              <a:t>medium-size outlets</a:t>
            </a:r>
            <a:r>
              <a:rPr lang="en-US" dirty="0"/>
              <a:t> as the preferred expansion format</a:t>
            </a:r>
          </a:p>
          <a:p>
            <a:r>
              <a:rPr lang="en-US" dirty="0"/>
              <a:t>Redesign and optimize </a:t>
            </a:r>
            <a:r>
              <a:rPr lang="en-US" b="1" dirty="0"/>
              <a:t>low-performing supermarket types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265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Blinkit Sales &amp; Operations Performance Analysis</vt:lpstr>
      <vt:lpstr>Problem Statement</vt:lpstr>
      <vt:lpstr>Business Objectives</vt:lpstr>
      <vt:lpstr>Key Performance Indicators (KPIs)</vt:lpstr>
      <vt:lpstr>Observations</vt:lpstr>
      <vt:lpstr>Insights – Quick Wins</vt:lpstr>
      <vt:lpstr>Insights – Long-Term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</dc:creator>
  <cp:keywords/>
  <dc:description>generated using python-pptx</dc:description>
  <cp:lastModifiedBy>BANDARU VAISHNAVI</cp:lastModifiedBy>
  <cp:revision>2</cp:revision>
  <dcterms:created xsi:type="dcterms:W3CDTF">2013-01-27T09:14:16Z</dcterms:created>
  <dcterms:modified xsi:type="dcterms:W3CDTF">2026-02-04T17:07:47Z</dcterms:modified>
  <cp:category/>
</cp:coreProperties>
</file>